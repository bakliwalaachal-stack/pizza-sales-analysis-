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410" r:id="rId5"/>
    <p:sldId id="383" r:id="rId6"/>
    <p:sldId id="411" r:id="rId7"/>
    <p:sldId id="412" r:id="rId8"/>
    <p:sldId id="391" r:id="rId9"/>
    <p:sldId id="397" r:id="rId10"/>
    <p:sldId id="408" r:id="rId11"/>
    <p:sldId id="404" r:id="rId12"/>
    <p:sldId id="413" r:id="rId13"/>
    <p:sldId id="414" r:id="rId14"/>
    <p:sldId id="3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A1E2-7400-5E96-D164-4A08E2368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1AACB-CD78-80C2-2AF0-526D0DFF2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654A3-B9D7-363D-787C-288D488E0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E9621-B9B9-9095-6481-8B41A7ACA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562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7A5D-01D2-3E4A-B1BA-0742C7997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D5885-84B0-A91A-43FB-4A8BE2A5F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572AD-03B2-3A52-BF39-50C9695F9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686E9-78E1-F8DB-1608-BF602932C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909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sz="4800" dirty="0"/>
              <a:t>Pizza Sales Dashboard Analysis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Objective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9"/>
            <a:ext cx="6282936" cy="1404354"/>
          </a:xfrm>
        </p:spPr>
        <p:txBody>
          <a:bodyPr tIns="457200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pizza sales  performance and identify key insights from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31F1-146C-5CB7-EE10-C22B31AE5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038" y="336141"/>
            <a:ext cx="10873740" cy="1680205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Home Page-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022D1C-D646-E8D4-5B7E-7171DCD7EDA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39" y="2243914"/>
            <a:ext cx="7688423" cy="41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2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0B942-B27F-4498-A241-DAF43A873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24" y="298818"/>
            <a:ext cx="10873740" cy="1680205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This is the second page named as Best/Worst Sellers 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028573-8F0A-4C4D-43A2-DE3A945A333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253" y="2281238"/>
            <a:ext cx="7875037" cy="413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8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Key KPI’s (Key Performance Indicators)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Total Revenue – Total money earned from all pizza sales.</a:t>
            </a:r>
          </a:p>
          <a:p>
            <a:r>
              <a:rPr lang="en-US" dirty="0"/>
              <a:t>Total Orders – Total number of orders placed by customers.</a:t>
            </a:r>
          </a:p>
          <a:p>
            <a:r>
              <a:rPr lang="en-US" dirty="0"/>
              <a:t>Total Pizzas Sold – Total number of pizza sold according to category, size, quantity etc.</a:t>
            </a:r>
          </a:p>
          <a:p>
            <a:r>
              <a:rPr lang="en-US" dirty="0"/>
              <a:t>Avg Order Value – Average amount spent by customer per order.</a:t>
            </a:r>
          </a:p>
          <a:p>
            <a:r>
              <a:rPr lang="en-US" dirty="0"/>
              <a:t>Avg Pizzas per Order – Average number of pizzas sold per order.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2081658"/>
            <a:ext cx="4662196" cy="1809207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Highest sales on FRIDAY &amp; SATURDAY evenings.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Seasonal peaks in the month of JULY &amp; JANUARY.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62" y="502064"/>
            <a:ext cx="9778365" cy="1494596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Category &amp; Size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1" y="2676525"/>
            <a:ext cx="4406848" cy="189547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“CLASSIC” Category contributes the highest sales.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size pizzas are most preferred by the customer.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84" y="459665"/>
            <a:ext cx="10972800" cy="157431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Top Selling Pizzas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/>
          <a:lstStyle/>
          <a:p>
            <a:pPr lvl="1"/>
            <a:r>
              <a:rPr lang="en-US" dirty="0"/>
              <a:t>Thai</a:t>
            </a:r>
          </a:p>
          <a:p>
            <a:pPr lvl="1"/>
            <a:r>
              <a:rPr lang="en-US" dirty="0"/>
              <a:t>Chicken</a:t>
            </a:r>
          </a:p>
          <a:p>
            <a:pPr lvl="1"/>
            <a:r>
              <a:rPr lang="en-US" dirty="0"/>
              <a:t>Barbeque</a:t>
            </a:r>
          </a:p>
          <a:p>
            <a:pPr marL="402336" lvl="1" indent="0">
              <a:buNone/>
            </a:pPr>
            <a:endParaRPr lang="en-US" dirty="0"/>
          </a:p>
          <a:p>
            <a:pPr marL="402336" lvl="1" indent="0">
              <a:buNone/>
            </a:pPr>
            <a:r>
              <a:rPr lang="en-US" dirty="0"/>
              <a:t>These drive major revenue from all the others pizza category.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38BD6-7786-1504-E1AB-1BEF032A5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9DCAD-5573-E8F1-B096-A39AEC096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84" y="459665"/>
            <a:ext cx="10972800" cy="157431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Low Performing Pizzas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074D5-E07C-8A02-4A30-89F01AE0D8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5777285" cy="2268699"/>
          </a:xfrm>
        </p:spPr>
        <p:txBody>
          <a:bodyPr/>
          <a:lstStyle/>
          <a:p>
            <a:pPr lvl="1"/>
            <a:r>
              <a:rPr lang="en-US" dirty="0"/>
              <a:t>Brie Carre</a:t>
            </a:r>
          </a:p>
          <a:p>
            <a:pPr lvl="1"/>
            <a:r>
              <a:rPr lang="en-US" dirty="0"/>
              <a:t>Spinach</a:t>
            </a:r>
          </a:p>
          <a:p>
            <a:pPr lvl="1"/>
            <a:endParaRPr lang="en-US" dirty="0"/>
          </a:p>
          <a:p>
            <a:pPr marL="402336" lvl="1" indent="0">
              <a:buNone/>
            </a:pPr>
            <a:r>
              <a:rPr lang="en-US" dirty="0"/>
              <a:t>These products need improvement or removal.</a:t>
            </a:r>
          </a:p>
          <a:p>
            <a:pPr marL="402336" lvl="1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81C7A-BF22-4E47-61F2-97DBB13B0A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859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1A44-A5A0-7793-1F79-693ABDCF9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45ADC-09CD-DBA4-61FB-234595D0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84" y="459665"/>
            <a:ext cx="10972800" cy="157431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Key Insights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9967C-C44D-43E3-8E46-24392C760E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6"/>
            <a:ext cx="5282764" cy="2147494"/>
          </a:xfrm>
        </p:spPr>
        <p:txBody>
          <a:bodyPr/>
          <a:lstStyle/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prefer group orders.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Weekend demand is high.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Seasonal trends exists.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Large size preferred.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CLASSIC pizza dominate.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023FB-DF2B-867A-12F7-00FAC2A096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751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045" y="542107"/>
            <a:ext cx="5486400" cy="3291840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1"/>
            <a:ext cx="6758162" cy="1766341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the analysis shows strong demand during weekends, clear customer preferences and some seasonal variations in sales.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in making better business decisions and improve overall sales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58</TotalTime>
  <Words>243</Words>
  <Application>Microsoft Office PowerPoint</Application>
  <PresentationFormat>Widescreen</PresentationFormat>
  <Paragraphs>48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Franklin Gothic Book</vt:lpstr>
      <vt:lpstr>Franklin Gothic Demi</vt:lpstr>
      <vt:lpstr>Custom</vt:lpstr>
      <vt:lpstr>Pizza Sales Dashboard Analysis</vt:lpstr>
      <vt:lpstr>Objective </vt:lpstr>
      <vt:lpstr>Home Page-</vt:lpstr>
      <vt:lpstr>This is the second page named as Best/Worst Sellers </vt:lpstr>
      <vt:lpstr>Key KPI’s (Key Performance Indicators)</vt:lpstr>
      <vt:lpstr>Sales Trends</vt:lpstr>
      <vt:lpstr>Category &amp; Size Insights </vt:lpstr>
      <vt:lpstr>Top Selling Pizzas </vt:lpstr>
      <vt:lpstr>Low Performing Pizzas  </vt:lpstr>
      <vt:lpstr>Key Insights 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Aachal Bakliwal</dc:creator>
  <cp:lastModifiedBy>Aachal Bakliwal</cp:lastModifiedBy>
  <cp:revision>1</cp:revision>
  <dcterms:created xsi:type="dcterms:W3CDTF">2026-04-14T10:42:11Z</dcterms:created>
  <dcterms:modified xsi:type="dcterms:W3CDTF">2026-04-14T11:40:13Z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